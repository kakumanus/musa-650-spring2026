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1.xml.rels" ContentType="application/vnd.openxmlformats-package.relationships+xml"/>
  <Override PartName="/ppt/slideMasters/slideMaster1.xml" ContentType="application/vnd.openxmlformats-officedocument.presentationml.slideMaster+xml"/>
  <Override PartName="/ppt/theme/theme1.xml" ContentType="application/vnd.openxmlformats-officedocument.theme+xml"/>
  <Override PartName="/ppt/_rels/presentation.xml.rels" ContentType="application/vnd.openxmlformats-package.relationship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10.xml" ContentType="application/vnd.openxmlformats-officedocument.presentationml.slideLayout+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9.xml.rels" ContentType="application/vnd.openxmlformats-package.relationships+xml"/>
  <Override PartName="/ppt/slideLayouts/_rels/slideLayout10.xml.rels" ContentType="application/vnd.openxmlformats-package.relationships+xml"/>
  <Override PartName="/ppt/slideLayouts/_rels/slideLayout8.xml.rels" ContentType="application/vnd.openxmlformats-package.relationships+xml"/>
  <Override PartName="/ppt/slideLayouts/_rels/slideLayout5.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2.xml.rels" ContentType="application/vnd.openxmlformats-package.relationships+xml"/>
  <Override PartName="/ppt/slideLayouts/_rels/slideLayout1.xml.rels" ContentType="application/vnd.openxmlformats-package.relationships+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s/slide29.xml" ContentType="application/vnd.openxmlformats-officedocument.presentationml.slide+xml"/>
  <Override PartName="/ppt/slides/slide28.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1.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_rels/slide24.xml.rels" ContentType="application/vnd.openxmlformats-package.relationships+xml"/>
  <Override PartName="/ppt/slides/_rels/slide15.xml.rels" ContentType="application/vnd.openxmlformats-package.relationships+xml"/>
  <Override PartName="/ppt/slides/_rels/slide31.xml.rels" ContentType="application/vnd.openxmlformats-package.relationships+xml"/>
  <Override PartName="/ppt/slides/_rels/slide4.xml.rels" ContentType="application/vnd.openxmlformats-package.relationships+xml"/>
  <Override PartName="/ppt/slides/_rels/slide8.xml.rels" ContentType="application/vnd.openxmlformats-package.relationships+xml"/>
  <Override PartName="/ppt/slides/_rels/slide27.xml.rels" ContentType="application/vnd.openxmlformats-package.relationships+xml"/>
  <Override PartName="/ppt/slides/_rels/slide2.xml.rels" ContentType="application/vnd.openxmlformats-package.relationships+xml"/>
  <Override PartName="/ppt/slides/_rels/slide21.xml.rels" ContentType="application/vnd.openxmlformats-package.relationships+xml"/>
  <Override PartName="/ppt/slides/_rels/slide5.xml.rels" ContentType="application/vnd.openxmlformats-package.relationships+xml"/>
  <Override PartName="/ppt/slides/_rels/slide33.xml.rels" ContentType="application/vnd.openxmlformats-package.relationships+xml"/>
  <Override PartName="/ppt/slides/_rels/slide34.xml.rels" ContentType="application/vnd.openxmlformats-package.relationships+xml"/>
  <Override PartName="/ppt/slides/_rels/slide6.xml.rels" ContentType="application/vnd.openxmlformats-package.relationships+xml"/>
  <Override PartName="/ppt/slides/_rels/slide16.xml.rels" ContentType="application/vnd.openxmlformats-package.relationships+xml"/>
  <Override PartName="/ppt/slides/_rels/slide32.xml.rels" ContentType="application/vnd.openxmlformats-package.relationships+xml"/>
  <Override PartName="/ppt/slides/_rels/slide10.xml.rels" ContentType="application/vnd.openxmlformats-package.relationships+xml"/>
  <Override PartName="/ppt/slides/_rels/slide25.xml.rels" ContentType="application/vnd.openxmlformats-package.relationships+xml"/>
  <Override PartName="/ppt/slides/_rels/slide20.xml.rels" ContentType="application/vnd.openxmlformats-package.relationships+xml"/>
  <Override PartName="/ppt/slides/_rels/slide1.xml.rels" ContentType="application/vnd.openxmlformats-package.relationships+xml"/>
  <Override PartName="/ppt/slides/_rels/slide7.xml.rels" ContentType="application/vnd.openxmlformats-package.relationships+xml"/>
  <Override PartName="/ppt/slides/_rels/slide26.xml.rels" ContentType="application/vnd.openxmlformats-package.relationships+xml"/>
  <Override PartName="/ppt/slides/_rels/slide11.xml.rels" ContentType="application/vnd.openxmlformats-package.relationships+xml"/>
  <Override PartName="/ppt/slides/_rels/slide17.xml.rels" ContentType="application/vnd.openxmlformats-package.relationships+xml"/>
  <Override PartName="/ppt/slides/_rels/slide12.xml.rels" ContentType="application/vnd.openxmlformats-package.relationships+xml"/>
  <Override PartName="/ppt/slides/_rels/slide18.xml.rels" ContentType="application/vnd.openxmlformats-package.relationships+xml"/>
  <Override PartName="/ppt/slides/_rels/slide13.xml.rels" ContentType="application/vnd.openxmlformats-package.relationships+xml"/>
  <Override PartName="/ppt/slides/_rels/slide19.xml.rels" ContentType="application/vnd.openxmlformats-package.relationships+xml"/>
  <Override PartName="/ppt/slides/_rels/slide9.xml.rels" ContentType="application/vnd.openxmlformats-package.relationships+xml"/>
  <Override PartName="/ppt/slides/_rels/slide3.xml.rels" ContentType="application/vnd.openxmlformats-package.relationships+xml"/>
  <Override PartName="/ppt/slides/_rels/slide28.xml.rels" ContentType="application/vnd.openxmlformats-package.relationships+xml"/>
  <Override PartName="/ppt/slides/_rels/slide22.xml.rels" ContentType="application/vnd.openxmlformats-package.relationships+xml"/>
  <Override PartName="/ppt/slides/_rels/slide23.xml.rels" ContentType="application/vnd.openxmlformats-package.relationships+xml"/>
  <Override PartName="/ppt/slides/_rels/slide14.xml.rels" ContentType="application/vnd.openxmlformats-package.relationships+xml"/>
  <Override PartName="/ppt/slides/_rels/slide29.xml.rels" ContentType="application/vnd.openxmlformats-package.relationships+xml"/>
  <Override PartName="/ppt/slides/_rels/slide30.xml.rels" ContentType="application/vnd.openxmlformats-package.relationships+xml"/>
  <Override PartName="/ppt/slides/slide30.xml" ContentType="application/vnd.openxmlformats-officedocument.presentationml.slide+xml"/>
  <Override PartName="/ppt/slides/slide31.xml" ContentType="application/vnd.openxmlformats-officedocument.presentationml.slide+xml"/>
  <Override PartName="/ppt/slides/slide6.xml" ContentType="application/vnd.openxmlformats-officedocument.presentationml.slide+xml"/>
  <Override PartName="/ppt/slides/slide32.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0.xml" ContentType="application/vnd.openxmlformats-officedocument.presentationml.slide+xml"/>
  <Override PartName="/ppt/slides/slide19.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Lst>
  <p:sldSz cx="9144000" cy="6858000"/>
  <p:notesSz cx="7772400" cy="100584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slide" Target="slides/slide9.xml"/><Relationship Id="rId12" Type="http://schemas.openxmlformats.org/officeDocument/2006/relationships/slide" Target="slides/slide10.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slide" Target="slides/slide14.xml"/><Relationship Id="rId17" Type="http://schemas.openxmlformats.org/officeDocument/2006/relationships/slide" Target="slides/slide15.xml"/><Relationship Id="rId18" Type="http://schemas.openxmlformats.org/officeDocument/2006/relationships/slide" Target="slides/slide16.xml"/><Relationship Id="rId19" Type="http://schemas.openxmlformats.org/officeDocument/2006/relationships/slide" Target="slides/slide17.xml"/><Relationship Id="rId20" Type="http://schemas.openxmlformats.org/officeDocument/2006/relationships/slide" Target="slides/slide18.xml"/><Relationship Id="rId21" Type="http://schemas.openxmlformats.org/officeDocument/2006/relationships/slide" Target="slides/slide19.xml"/><Relationship Id="rId22" Type="http://schemas.openxmlformats.org/officeDocument/2006/relationships/slide" Target="slides/slide20.xml"/><Relationship Id="rId23" Type="http://schemas.openxmlformats.org/officeDocument/2006/relationships/slide" Target="slides/slide21.xml"/><Relationship Id="rId24" Type="http://schemas.openxmlformats.org/officeDocument/2006/relationships/slide" Target="slides/slide22.xml"/><Relationship Id="rId25" Type="http://schemas.openxmlformats.org/officeDocument/2006/relationships/slide" Target="slides/slide23.xml"/><Relationship Id="rId26" Type="http://schemas.openxmlformats.org/officeDocument/2006/relationships/slide" Target="slides/slide24.xml"/><Relationship Id="rId27" Type="http://schemas.openxmlformats.org/officeDocument/2006/relationships/slide" Target="slides/slide25.xml"/><Relationship Id="rId28" Type="http://schemas.openxmlformats.org/officeDocument/2006/relationships/slide" Target="slides/slide26.xml"/><Relationship Id="rId29" Type="http://schemas.openxmlformats.org/officeDocument/2006/relationships/slide" Target="slides/slide27.xml"/><Relationship Id="rId30" Type="http://schemas.openxmlformats.org/officeDocument/2006/relationships/slide" Target="slides/slide28.xml"/><Relationship Id="rId31" Type="http://schemas.openxmlformats.org/officeDocument/2006/relationships/slide" Target="slides/slide29.xml"/><Relationship Id="rId32" Type="http://schemas.openxmlformats.org/officeDocument/2006/relationships/slide" Target="slides/slide30.xml"/><Relationship Id="rId33" Type="http://schemas.openxmlformats.org/officeDocument/2006/relationships/slide" Target="slides/slide31.xml"/><Relationship Id="rId34" Type="http://schemas.openxmlformats.org/officeDocument/2006/relationships/slide" Target="slides/slide32.xml"/><Relationship Id="rId35" Type="http://schemas.openxmlformats.org/officeDocument/2006/relationships/slide" Target="slides/slide33.xml"/><Relationship Id="rId36" Type="http://schemas.openxmlformats.org/officeDocument/2006/relationships/slide" Target="slides/slide34.xml"/>
</Relationship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6" name="PlaceHolder 2"/>
          <p:cNvSpPr>
            <a:spLocks noGrp="1"/>
          </p:cNvSpPr>
          <p:nvPr>
            <p:ph type="subTitle"/>
          </p:nvPr>
        </p:nvSpPr>
        <p:spPr>
          <a:xfrm>
            <a:off x="457200" y="1600200"/>
            <a:ext cx="8229240" cy="45255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8" name="PlaceHolder 2"/>
          <p:cNvSpPr>
            <a:spLocks noGrp="1"/>
          </p:cNvSpPr>
          <p:nvPr>
            <p:ph type="body"/>
          </p:nvPr>
        </p:nvSpPr>
        <p:spPr>
          <a:xfrm>
            <a:off x="457200" y="1600200"/>
            <a:ext cx="8229240" cy="4525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0" name="PlaceHolder 2"/>
          <p:cNvSpPr>
            <a:spLocks noGrp="1"/>
          </p:cNvSpPr>
          <p:nvPr>
            <p:ph type="body"/>
          </p:nvPr>
        </p:nvSpPr>
        <p:spPr>
          <a:xfrm>
            <a:off x="457200" y="1600200"/>
            <a:ext cx="4015800" cy="4525560"/>
          </a:xfrm>
          <a:prstGeom prst="rect">
            <a:avLst/>
          </a:prstGeom>
        </p:spPr>
        <p:txBody>
          <a:bodyPr lIns="0" rIns="0" tIns="0" bIns="0">
            <a:normAutofit/>
          </a:bodyPr>
          <a:p>
            <a:endParaRPr b="0" lang="en-US" sz="3200" spc="-1" strike="noStrike">
              <a:solidFill>
                <a:srgbClr val="000000"/>
              </a:solidFill>
              <a:latin typeface="Calibri"/>
            </a:endParaRPr>
          </a:p>
        </p:txBody>
      </p:sp>
      <p:sp>
        <p:nvSpPr>
          <p:cNvPr id="11" name="PlaceHolder 3"/>
          <p:cNvSpPr>
            <a:spLocks noGrp="1"/>
          </p:cNvSpPr>
          <p:nvPr>
            <p:ph type="body"/>
          </p:nvPr>
        </p:nvSpPr>
        <p:spPr>
          <a:xfrm>
            <a:off x="4674240" y="1600200"/>
            <a:ext cx="4015800" cy="4525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457200" y="274680"/>
            <a:ext cx="8229240" cy="529776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5" name="PlaceHolder 2"/>
          <p:cNvSpPr>
            <a:spLocks noGrp="1"/>
          </p:cNvSpPr>
          <p:nvPr>
            <p:ph type="body"/>
          </p:nvPr>
        </p:nvSpPr>
        <p:spPr>
          <a:xfrm>
            <a:off x="457200" y="160020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16" name="PlaceHolder 3"/>
          <p:cNvSpPr>
            <a:spLocks noGrp="1"/>
          </p:cNvSpPr>
          <p:nvPr>
            <p:ph type="body"/>
          </p:nvPr>
        </p:nvSpPr>
        <p:spPr>
          <a:xfrm>
            <a:off x="4674240" y="1600200"/>
            <a:ext cx="4015800" cy="4525560"/>
          </a:xfrm>
          <a:prstGeom prst="rect">
            <a:avLst/>
          </a:prstGeom>
        </p:spPr>
        <p:txBody>
          <a:bodyPr lIns="0" rIns="0" tIns="0" bIns="0">
            <a:normAutofit/>
          </a:bodyPr>
          <a:p>
            <a:endParaRPr b="0" lang="en-US" sz="3200" spc="-1" strike="noStrike">
              <a:solidFill>
                <a:srgbClr val="000000"/>
              </a:solidFill>
              <a:latin typeface="Calibri"/>
            </a:endParaRPr>
          </a:p>
        </p:txBody>
      </p:sp>
      <p:sp>
        <p:nvSpPr>
          <p:cNvPr id="17" name="PlaceHolder 4"/>
          <p:cNvSpPr>
            <a:spLocks noGrp="1"/>
          </p:cNvSpPr>
          <p:nvPr>
            <p:ph type="body"/>
          </p:nvPr>
        </p:nvSpPr>
        <p:spPr>
          <a:xfrm>
            <a:off x="457200" y="396432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19" name="PlaceHolder 2"/>
          <p:cNvSpPr>
            <a:spLocks noGrp="1"/>
          </p:cNvSpPr>
          <p:nvPr>
            <p:ph type="body"/>
          </p:nvPr>
        </p:nvSpPr>
        <p:spPr>
          <a:xfrm>
            <a:off x="457200" y="1600200"/>
            <a:ext cx="4015800" cy="4525560"/>
          </a:xfrm>
          <a:prstGeom prst="rect">
            <a:avLst/>
          </a:prstGeom>
        </p:spPr>
        <p:txBody>
          <a:bodyPr lIns="0" rIns="0" tIns="0" bIns="0">
            <a:normAutofit/>
          </a:bodyPr>
          <a:p>
            <a:endParaRPr b="0" lang="en-US" sz="3200" spc="-1" strike="noStrike">
              <a:solidFill>
                <a:srgbClr val="000000"/>
              </a:solidFill>
              <a:latin typeface="Calibri"/>
            </a:endParaRPr>
          </a:p>
        </p:txBody>
      </p:sp>
      <p:sp>
        <p:nvSpPr>
          <p:cNvPr id="20" name="PlaceHolder 3"/>
          <p:cNvSpPr>
            <a:spLocks noGrp="1"/>
          </p:cNvSpPr>
          <p:nvPr>
            <p:ph type="body"/>
          </p:nvPr>
        </p:nvSpPr>
        <p:spPr>
          <a:xfrm>
            <a:off x="4674240" y="160020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21" name="PlaceHolder 4"/>
          <p:cNvSpPr>
            <a:spLocks noGrp="1"/>
          </p:cNvSpPr>
          <p:nvPr>
            <p:ph type="body"/>
          </p:nvPr>
        </p:nvSpPr>
        <p:spPr>
          <a:xfrm>
            <a:off x="4674240" y="396432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3" name="PlaceHolder 2"/>
          <p:cNvSpPr>
            <a:spLocks noGrp="1"/>
          </p:cNvSpPr>
          <p:nvPr>
            <p:ph type="body"/>
          </p:nvPr>
        </p:nvSpPr>
        <p:spPr>
          <a:xfrm>
            <a:off x="457200" y="160020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24" name="PlaceHolder 3"/>
          <p:cNvSpPr>
            <a:spLocks noGrp="1"/>
          </p:cNvSpPr>
          <p:nvPr>
            <p:ph type="body"/>
          </p:nvPr>
        </p:nvSpPr>
        <p:spPr>
          <a:xfrm>
            <a:off x="4674240" y="160020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25" name="PlaceHolder 4"/>
          <p:cNvSpPr>
            <a:spLocks noGrp="1"/>
          </p:cNvSpPr>
          <p:nvPr>
            <p:ph type="body"/>
          </p:nvPr>
        </p:nvSpPr>
        <p:spPr>
          <a:xfrm>
            <a:off x="457200" y="3964320"/>
            <a:ext cx="8229240" cy="2158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27" name="PlaceHolder 2"/>
          <p:cNvSpPr>
            <a:spLocks noGrp="1"/>
          </p:cNvSpPr>
          <p:nvPr>
            <p:ph type="body"/>
          </p:nvPr>
        </p:nvSpPr>
        <p:spPr>
          <a:xfrm>
            <a:off x="457200" y="1600200"/>
            <a:ext cx="822924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28" name="PlaceHolder 3"/>
          <p:cNvSpPr>
            <a:spLocks noGrp="1"/>
          </p:cNvSpPr>
          <p:nvPr>
            <p:ph type="body"/>
          </p:nvPr>
        </p:nvSpPr>
        <p:spPr>
          <a:xfrm>
            <a:off x="457200" y="3964320"/>
            <a:ext cx="8229240" cy="2158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0" name="PlaceHolder 2"/>
          <p:cNvSpPr>
            <a:spLocks noGrp="1"/>
          </p:cNvSpPr>
          <p:nvPr>
            <p:ph type="body"/>
          </p:nvPr>
        </p:nvSpPr>
        <p:spPr>
          <a:xfrm>
            <a:off x="457200" y="160020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1" name="PlaceHolder 3"/>
          <p:cNvSpPr>
            <a:spLocks noGrp="1"/>
          </p:cNvSpPr>
          <p:nvPr>
            <p:ph type="body"/>
          </p:nvPr>
        </p:nvSpPr>
        <p:spPr>
          <a:xfrm>
            <a:off x="4674240" y="160020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2" name="PlaceHolder 4"/>
          <p:cNvSpPr>
            <a:spLocks noGrp="1"/>
          </p:cNvSpPr>
          <p:nvPr>
            <p:ph type="body"/>
          </p:nvPr>
        </p:nvSpPr>
        <p:spPr>
          <a:xfrm>
            <a:off x="457200" y="396432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3" name="PlaceHolder 5"/>
          <p:cNvSpPr>
            <a:spLocks noGrp="1"/>
          </p:cNvSpPr>
          <p:nvPr>
            <p:ph type="body"/>
          </p:nvPr>
        </p:nvSpPr>
        <p:spPr>
          <a:xfrm>
            <a:off x="4674240" y="3964320"/>
            <a:ext cx="4015800" cy="2158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457200" y="274680"/>
            <a:ext cx="8229240" cy="1142640"/>
          </a:xfrm>
          <a:prstGeom prst="rect">
            <a:avLst/>
          </a:prstGeom>
        </p:spPr>
        <p:txBody>
          <a:bodyPr lIns="0" rIns="0" tIns="0" bIns="0" anchor="ctr">
            <a:noAutofit/>
          </a:bodyPr>
          <a:p>
            <a:endParaRPr b="0" lang="en-US" sz="1800" spc="-1" strike="noStrike">
              <a:solidFill>
                <a:srgbClr val="000000"/>
              </a:solidFill>
              <a:latin typeface="Calibri"/>
            </a:endParaRPr>
          </a:p>
        </p:txBody>
      </p:sp>
      <p:sp>
        <p:nvSpPr>
          <p:cNvPr id="35" name="PlaceHolder 2"/>
          <p:cNvSpPr>
            <a:spLocks noGrp="1"/>
          </p:cNvSpPr>
          <p:nvPr>
            <p:ph type="body"/>
          </p:nvPr>
        </p:nvSpPr>
        <p:spPr>
          <a:xfrm>
            <a:off x="457200" y="1600200"/>
            <a:ext cx="26496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6" name="PlaceHolder 3"/>
          <p:cNvSpPr>
            <a:spLocks noGrp="1"/>
          </p:cNvSpPr>
          <p:nvPr>
            <p:ph type="body"/>
          </p:nvPr>
        </p:nvSpPr>
        <p:spPr>
          <a:xfrm>
            <a:off x="3239640" y="1600200"/>
            <a:ext cx="26496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7" name="PlaceHolder 4"/>
          <p:cNvSpPr>
            <a:spLocks noGrp="1"/>
          </p:cNvSpPr>
          <p:nvPr>
            <p:ph type="body"/>
          </p:nvPr>
        </p:nvSpPr>
        <p:spPr>
          <a:xfrm>
            <a:off x="6022080" y="1600200"/>
            <a:ext cx="26496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8" name="PlaceHolder 5"/>
          <p:cNvSpPr>
            <a:spLocks noGrp="1"/>
          </p:cNvSpPr>
          <p:nvPr>
            <p:ph type="body"/>
          </p:nvPr>
        </p:nvSpPr>
        <p:spPr>
          <a:xfrm>
            <a:off x="457200" y="3964320"/>
            <a:ext cx="26496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39" name="PlaceHolder 6"/>
          <p:cNvSpPr>
            <a:spLocks noGrp="1"/>
          </p:cNvSpPr>
          <p:nvPr>
            <p:ph type="body"/>
          </p:nvPr>
        </p:nvSpPr>
        <p:spPr>
          <a:xfrm>
            <a:off x="3239640" y="3964320"/>
            <a:ext cx="2649600" cy="2158560"/>
          </a:xfrm>
          <a:prstGeom prst="rect">
            <a:avLst/>
          </a:prstGeom>
        </p:spPr>
        <p:txBody>
          <a:bodyPr lIns="0" rIns="0" tIns="0" bIns="0">
            <a:normAutofit/>
          </a:bodyPr>
          <a:p>
            <a:endParaRPr b="0" lang="en-US" sz="3200" spc="-1" strike="noStrike">
              <a:solidFill>
                <a:srgbClr val="000000"/>
              </a:solidFill>
              <a:latin typeface="Calibri"/>
            </a:endParaRPr>
          </a:p>
        </p:txBody>
      </p:sp>
      <p:sp>
        <p:nvSpPr>
          <p:cNvPr id="40" name="PlaceHolder 7"/>
          <p:cNvSpPr>
            <a:spLocks noGrp="1"/>
          </p:cNvSpPr>
          <p:nvPr>
            <p:ph type="body"/>
          </p:nvPr>
        </p:nvSpPr>
        <p:spPr>
          <a:xfrm>
            <a:off x="6022080" y="3964320"/>
            <a:ext cx="2649600" cy="2158560"/>
          </a:xfrm>
          <a:prstGeom prst="rect">
            <a:avLst/>
          </a:prstGeom>
        </p:spPr>
        <p:txBody>
          <a:bodyPr lIns="0" rIns="0" tIns="0" bIns="0">
            <a:normAutofit/>
          </a:bodyPr>
          <a:p>
            <a:endParaRPr b="0" lang="en-US" sz="3200" spc="-1" strike="noStrike">
              <a:solidFill>
                <a:srgbClr val="000000"/>
              </a:solidFill>
              <a:latin typeface="Calibri"/>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457200" y="274680"/>
            <a:ext cx="8229240" cy="1142640"/>
          </a:xfrm>
          <a:prstGeom prst="rect">
            <a:avLst/>
          </a:prstGeom>
        </p:spPr>
        <p:txBody>
          <a:bodyPr anchor="ctr">
            <a:noAutofit/>
          </a:bodyPr>
          <a:p>
            <a:pPr algn="ctr">
              <a:lnSpc>
                <a:spcPct val="100000"/>
              </a:lnSpc>
            </a:pPr>
            <a:r>
              <a:rPr b="0" lang="en-US" sz="4400" spc="-1" strike="noStrike">
                <a:solidFill>
                  <a:srgbClr val="000000"/>
                </a:solidFill>
                <a:latin typeface="Calibri"/>
              </a:rPr>
              <a:t>Click to edit Master title style</a:t>
            </a:r>
            <a:endParaRPr b="0" lang="en-US" sz="4400" spc="-1" strike="noStrike">
              <a:solidFill>
                <a:srgbClr val="000000"/>
              </a:solidFill>
              <a:latin typeface="Calibri"/>
            </a:endParaRPr>
          </a:p>
        </p:txBody>
      </p:sp>
      <p:sp>
        <p:nvSpPr>
          <p:cNvPr id="1" name="PlaceHolder 2"/>
          <p:cNvSpPr>
            <a:spLocks noGrp="1"/>
          </p:cNvSpPr>
          <p:nvPr>
            <p:ph type="body"/>
          </p:nvPr>
        </p:nvSpPr>
        <p:spPr>
          <a:xfrm>
            <a:off x="457200" y="1600200"/>
            <a:ext cx="8229240" cy="4525560"/>
          </a:xfrm>
          <a:prstGeom prst="rect">
            <a:avLst/>
          </a:prstGeom>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Click to edit Master text styles</a:t>
            </a:r>
            <a:endParaRPr b="0" lang="en-US" sz="3200" spc="-1" strike="noStrike">
              <a:solidFill>
                <a:srgbClr val="000000"/>
              </a:solidFill>
              <a:latin typeface="Calibri"/>
            </a:endParaRPr>
          </a:p>
          <a:p>
            <a:pPr lvl="1" marL="743040" indent="-285480">
              <a:lnSpc>
                <a:spcPct val="100000"/>
              </a:lnSpc>
              <a:spcBef>
                <a:spcPts val="561"/>
              </a:spcBef>
              <a:buClr>
                <a:srgbClr val="000000"/>
              </a:buClr>
              <a:buFont typeface="Arial"/>
              <a:buChar char="–"/>
            </a:pPr>
            <a:r>
              <a:rPr b="0" lang="en-US" sz="2800" spc="-1" strike="noStrike">
                <a:solidFill>
                  <a:srgbClr val="000000"/>
                </a:solidFill>
                <a:latin typeface="Calibri"/>
              </a:rPr>
              <a:t>Second level</a:t>
            </a:r>
            <a:endParaRPr b="0" lang="en-US" sz="2800" spc="-1" strike="noStrike">
              <a:solidFill>
                <a:srgbClr val="000000"/>
              </a:solidFill>
              <a:latin typeface="Calibri"/>
            </a:endParaRPr>
          </a:p>
          <a:p>
            <a:pPr lvl="2" marL="1143000" indent="-228240">
              <a:lnSpc>
                <a:spcPct val="100000"/>
              </a:lnSpc>
              <a:spcBef>
                <a:spcPts val="479"/>
              </a:spcBef>
              <a:buClr>
                <a:srgbClr val="000000"/>
              </a:buClr>
              <a:buFont typeface="Arial"/>
              <a:buChar char="•"/>
            </a:pPr>
            <a:r>
              <a:rPr b="0" lang="en-US" sz="2400" spc="-1" strike="noStrike">
                <a:solidFill>
                  <a:srgbClr val="000000"/>
                </a:solidFill>
                <a:latin typeface="Calibri"/>
              </a:rPr>
              <a:t>Third level</a:t>
            </a:r>
            <a:endParaRPr b="0" lang="en-US" sz="2400" spc="-1" strike="noStrike">
              <a:solidFill>
                <a:srgbClr val="000000"/>
              </a:solidFill>
              <a:latin typeface="Calibri"/>
            </a:endParaRPr>
          </a:p>
          <a:p>
            <a:pPr lvl="3" marL="1600200" indent="-228240">
              <a:lnSpc>
                <a:spcPct val="100000"/>
              </a:lnSpc>
              <a:spcBef>
                <a:spcPts val="400"/>
              </a:spcBef>
              <a:buClr>
                <a:srgbClr val="000000"/>
              </a:buClr>
              <a:buFont typeface="Arial"/>
              <a:buChar char="–"/>
            </a:pPr>
            <a:r>
              <a:rPr b="0" lang="en-US" sz="2000" spc="-1" strike="noStrike">
                <a:solidFill>
                  <a:srgbClr val="000000"/>
                </a:solidFill>
                <a:latin typeface="Calibri"/>
              </a:rPr>
              <a:t>Fourth level</a:t>
            </a:r>
            <a:endParaRPr b="0" lang="en-US" sz="2000" spc="-1" strike="noStrike">
              <a:solidFill>
                <a:srgbClr val="000000"/>
              </a:solidFill>
              <a:latin typeface="Calibri"/>
            </a:endParaRPr>
          </a:p>
          <a:p>
            <a:pPr lvl="4" marL="2057400" indent="-228240">
              <a:lnSpc>
                <a:spcPct val="100000"/>
              </a:lnSpc>
              <a:spcBef>
                <a:spcPts val="400"/>
              </a:spcBef>
              <a:buClr>
                <a:srgbClr val="000000"/>
              </a:buClr>
              <a:buFont typeface="Arial"/>
              <a:buChar char="»"/>
            </a:pPr>
            <a:r>
              <a:rPr b="0" lang="en-US" sz="2000" spc="-1" strike="noStrike">
                <a:solidFill>
                  <a:srgbClr val="000000"/>
                </a:solidFill>
                <a:latin typeface="Calibri"/>
              </a:rPr>
              <a:t>Fifth level</a:t>
            </a:r>
            <a:endParaRPr b="0" lang="en-US" sz="2000" spc="-1" strike="noStrike">
              <a:solidFill>
                <a:srgbClr val="000000"/>
              </a:solidFill>
              <a:latin typeface="Calibri"/>
            </a:endParaRPr>
          </a:p>
        </p:txBody>
      </p:sp>
      <p:sp>
        <p:nvSpPr>
          <p:cNvPr id="2" name="PlaceHolder 3"/>
          <p:cNvSpPr>
            <a:spLocks noGrp="1"/>
          </p:cNvSpPr>
          <p:nvPr>
            <p:ph type="dt"/>
          </p:nvPr>
        </p:nvSpPr>
        <p:spPr>
          <a:xfrm>
            <a:off x="457200" y="6356520"/>
            <a:ext cx="2133360" cy="364680"/>
          </a:xfrm>
          <a:prstGeom prst="rect">
            <a:avLst/>
          </a:prstGeom>
        </p:spPr>
        <p:txBody>
          <a:bodyPr anchor="ctr">
            <a:noAutofit/>
          </a:bodyPr>
          <a:p>
            <a:pPr>
              <a:lnSpc>
                <a:spcPct val="100000"/>
              </a:lnSpc>
            </a:pPr>
            <a:fld id="{CA2D7F7A-69D3-498D-BD1B-774C9E16CD9F}" type="datetime">
              <a:rPr b="0" lang="en-US" sz="1200" spc="-1" strike="noStrike">
                <a:solidFill>
                  <a:srgbClr val="8b8b8b"/>
                </a:solidFill>
                <a:latin typeface="Calibri"/>
              </a:rPr>
              <a:t>4/8/26</a:t>
            </a:fld>
            <a:endParaRPr b="0" lang="en-US" sz="1200" spc="-1" strike="noStrike">
              <a:latin typeface="Times New Roman"/>
            </a:endParaRPr>
          </a:p>
        </p:txBody>
      </p:sp>
      <p:sp>
        <p:nvSpPr>
          <p:cNvPr id="3" name="PlaceHolder 4"/>
          <p:cNvSpPr>
            <a:spLocks noGrp="1"/>
          </p:cNvSpPr>
          <p:nvPr>
            <p:ph type="ftr"/>
          </p:nvPr>
        </p:nvSpPr>
        <p:spPr>
          <a:xfrm>
            <a:off x="3124080" y="6356520"/>
            <a:ext cx="2895120" cy="364680"/>
          </a:xfrm>
          <a:prstGeom prst="rect">
            <a:avLst/>
          </a:prstGeom>
        </p:spPr>
        <p:txBody>
          <a:bodyPr anchor="ctr">
            <a:noAutofit/>
          </a:bodyPr>
          <a:p>
            <a:endParaRPr b="0" lang="en-US" sz="2400" spc="-1" strike="noStrike">
              <a:latin typeface="Times New Roman"/>
            </a:endParaRPr>
          </a:p>
        </p:txBody>
      </p:sp>
      <p:sp>
        <p:nvSpPr>
          <p:cNvPr id="4" name="PlaceHolder 5"/>
          <p:cNvSpPr>
            <a:spLocks noGrp="1"/>
          </p:cNvSpPr>
          <p:nvPr>
            <p:ph type="sldNum"/>
          </p:nvPr>
        </p:nvSpPr>
        <p:spPr>
          <a:xfrm>
            <a:off x="6553080" y="6356520"/>
            <a:ext cx="2133360" cy="364680"/>
          </a:xfrm>
          <a:prstGeom prst="rect">
            <a:avLst/>
          </a:prstGeom>
        </p:spPr>
        <p:txBody>
          <a:bodyPr anchor="ctr">
            <a:noAutofit/>
          </a:bodyPr>
          <a:p>
            <a:pPr algn="r">
              <a:lnSpc>
                <a:spcPct val="100000"/>
              </a:lnSpc>
            </a:pPr>
            <a:fld id="{D07633AB-8CD8-4EC7-A389-E3B60F0412D5}" type="slidenum">
              <a:rPr b="0" lang="en-US" sz="1200" spc="-1" strike="noStrike">
                <a:solidFill>
                  <a:srgbClr val="8b8b8b"/>
                </a:solidFill>
                <a:latin typeface="Calibri"/>
              </a:rPr>
              <a:t>&lt;number&gt;</a:t>
            </a:fld>
            <a:endParaRPr b="0" lang="en-US" sz="12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8.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1.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1.xml"/>
</Relationships>
</file>

<file path=ppt/slides/_rels/slide34.xml.rels><?xml version="1.0" encoding="UTF-8"?>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TextShape 1"/>
          <p:cNvSpPr txBox="1"/>
          <p:nvPr/>
        </p:nvSpPr>
        <p:spPr>
          <a:xfrm>
            <a:off x="457200" y="2578680"/>
            <a:ext cx="8229240" cy="1142640"/>
          </a:xfrm>
          <a:prstGeom prst="rect">
            <a:avLst/>
          </a:prstGeom>
          <a:noFill/>
          <a:ln>
            <a:noFill/>
          </a:ln>
        </p:spPr>
        <p:txBody>
          <a:bodyPr anchor="ctr">
            <a:noAutofit/>
          </a:bodyPr>
          <a:p>
            <a:pPr algn="ctr">
              <a:lnSpc>
                <a:spcPct val="100000"/>
              </a:lnSpc>
            </a:pPr>
            <a:r>
              <a:rPr b="0" lang="en-US" sz="3200" spc="-1" strike="noStrike">
                <a:solidFill>
                  <a:srgbClr val="000000"/>
                </a:solidFill>
                <a:latin typeface="Calibri"/>
              </a:rPr>
              <a:t>Definitions: </a:t>
            </a:r>
            <a:br/>
            <a:r>
              <a:rPr b="0" lang="en-US" sz="3200" spc="-1" strike="noStrike">
                <a:solidFill>
                  <a:srgbClr val="000000"/>
                </a:solidFill>
                <a:latin typeface="Calibri"/>
              </a:rPr>
              <a:t>Deep Learning &amp; Remote Sensing</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Deep Learning</a:t>
            </a:r>
            <a:endParaRPr b="0" lang="en-US" sz="4400" spc="-1" strike="noStrike">
              <a:solidFill>
                <a:srgbClr val="000000"/>
              </a:solidFill>
              <a:latin typeface="Calibri"/>
            </a:endParaRPr>
          </a:p>
        </p:txBody>
      </p:sp>
      <p:sp>
        <p:nvSpPr>
          <p:cNvPr id="43"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subset of machine learning that uses multi-layer neural networks to learn representations from data.</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Neural Network</a:t>
            </a:r>
            <a:endParaRPr b="0" lang="en-US" sz="4400" spc="-1" strike="noStrike">
              <a:solidFill>
                <a:srgbClr val="000000"/>
              </a:solidFill>
              <a:latin typeface="Calibri"/>
            </a:endParaRPr>
          </a:p>
        </p:txBody>
      </p:sp>
      <p:sp>
        <p:nvSpPr>
          <p:cNvPr id="45"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computational model composed of layers of interconnected nodes (neurons) that transform input data.</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Activation Function</a:t>
            </a:r>
            <a:endParaRPr b="0" lang="en-US" sz="4400" spc="-1" strike="noStrike">
              <a:solidFill>
                <a:srgbClr val="000000"/>
              </a:solidFill>
              <a:latin typeface="Calibri"/>
            </a:endParaRPr>
          </a:p>
        </p:txBody>
      </p:sp>
      <p:sp>
        <p:nvSpPr>
          <p:cNvPr id="47"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function applied to a neuron’s output to introduce non-linearity (e.g., ReLU, sigmoid).</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ReLU (Rectified Linear Unit)</a:t>
            </a:r>
            <a:endParaRPr b="0" lang="en-US" sz="4400" spc="-1" strike="noStrike">
              <a:solidFill>
                <a:srgbClr val="000000"/>
              </a:solidFill>
              <a:latin typeface="Calibri"/>
            </a:endParaRPr>
          </a:p>
        </p:txBody>
      </p:sp>
      <p:sp>
        <p:nvSpPr>
          <p:cNvPr id="49"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The most common choice for the activation function. </a:t>
            </a:r>
            <a:endParaRPr b="0" lang="en-US" sz="3200" spc="-1" strike="noStrike">
              <a:solidFill>
                <a:srgbClr val="000000"/>
              </a:solidFill>
              <a:latin typeface="Calibri"/>
            </a:endParaRPr>
          </a:p>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It outputs the input directly if it is positive, otherwise, it outputs zero.</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Softmax</a:t>
            </a:r>
            <a:endParaRPr b="0" lang="en-US" sz="4400" spc="-1" strike="noStrike">
              <a:solidFill>
                <a:srgbClr val="000000"/>
              </a:solidFill>
              <a:latin typeface="Calibri"/>
            </a:endParaRPr>
          </a:p>
        </p:txBody>
      </p:sp>
      <p:sp>
        <p:nvSpPr>
          <p:cNvPr id="51"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function that turns a vector of K real values into a vector of K real values that sum to 1. </a:t>
            </a:r>
            <a:endParaRPr b="0" lang="en-US" sz="3200" spc="-1" strike="noStrike">
              <a:solidFill>
                <a:srgbClr val="000000"/>
              </a:solidFill>
              <a:latin typeface="Calibri"/>
            </a:endParaRPr>
          </a:p>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The output of the function is always between 0 and 1, which can be used as a probability score.</a:t>
            </a:r>
            <a:endParaRPr b="0" lang="en-US" sz="3200" spc="-1" strike="noStrike">
              <a:solidFill>
                <a:srgbClr val="000000"/>
              </a:solidFill>
              <a:latin typeface="Calibri"/>
            </a:endParaRPr>
          </a:p>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The input can be positive or negative but the output is always a positive value bounded by 0 and 1.</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Loss Function</a:t>
            </a:r>
            <a:endParaRPr b="0" lang="en-US" sz="4400" spc="-1" strike="noStrike">
              <a:solidFill>
                <a:srgbClr val="000000"/>
              </a:solidFill>
              <a:latin typeface="Calibri"/>
            </a:endParaRPr>
          </a:p>
        </p:txBody>
      </p:sp>
      <p:sp>
        <p:nvSpPr>
          <p:cNvPr id="53"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function that measures the difference between predicted and true values, guiding model training.</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Convolutional Neural Network (CNN)</a:t>
            </a:r>
            <a:endParaRPr b="0" lang="en-US" sz="4400" spc="-1" strike="noStrike">
              <a:solidFill>
                <a:srgbClr val="000000"/>
              </a:solidFill>
              <a:latin typeface="Calibri"/>
            </a:endParaRPr>
          </a:p>
        </p:txBody>
      </p:sp>
      <p:sp>
        <p:nvSpPr>
          <p:cNvPr id="55"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neural network designed for image data that uses convolutional layers to detect spatial features.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Transformer</a:t>
            </a:r>
            <a:endParaRPr b="0" lang="en-US" sz="4400" spc="-1" strike="noStrike">
              <a:solidFill>
                <a:srgbClr val="000000"/>
              </a:solidFill>
              <a:latin typeface="Calibri"/>
            </a:endParaRPr>
          </a:p>
        </p:txBody>
      </p:sp>
      <p:sp>
        <p:nvSpPr>
          <p:cNvPr id="57"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model architecture based on attention mechanisms, widely used in sequence modeling.</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Backpropagation</a:t>
            </a:r>
            <a:endParaRPr b="0" lang="en-US" sz="4400" spc="-1" strike="noStrike">
              <a:solidFill>
                <a:srgbClr val="000000"/>
              </a:solidFill>
              <a:latin typeface="Calibri"/>
            </a:endParaRPr>
          </a:p>
        </p:txBody>
      </p:sp>
      <p:sp>
        <p:nvSpPr>
          <p:cNvPr id="59"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The process of calculating the "error gradient" from the output back to the input</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Optimizers (Adam, SGD)</a:t>
            </a:r>
            <a:endParaRPr b="0" lang="en-US" sz="4400" spc="-1" strike="noStrike">
              <a:solidFill>
                <a:srgbClr val="000000"/>
              </a:solidFill>
              <a:latin typeface="Calibri"/>
            </a:endParaRPr>
          </a:p>
        </p:txBody>
      </p:sp>
      <p:sp>
        <p:nvSpPr>
          <p:cNvPr id="61"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The algorithms that decide how to update the </a:t>
            </a:r>
            <a:r>
              <a:rPr b="0" lang="en-US" sz="3200" spc="-1" strike="noStrike">
                <a:solidFill>
                  <a:srgbClr val="000000"/>
                </a:solidFill>
                <a:latin typeface="Calibri"/>
              </a:rPr>
              <a:t>weights to reduce the loss.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Learning Rate</a:t>
            </a:r>
            <a:endParaRPr b="0" lang="en-US" sz="4400" spc="-1" strike="noStrike">
              <a:solidFill>
                <a:srgbClr val="000000"/>
              </a:solidFill>
              <a:latin typeface="Calibri"/>
            </a:endParaRPr>
          </a:p>
        </p:txBody>
      </p:sp>
      <p:sp>
        <p:nvSpPr>
          <p:cNvPr id="63"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crucial hyperparameter that determines how big of a "step" the optimizer takes.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Remote Sensing</a:t>
            </a:r>
            <a:endParaRPr b="0" lang="en-US" sz="4400" spc="-1" strike="noStrike">
              <a:solidFill>
                <a:srgbClr val="000000"/>
              </a:solidFill>
              <a:latin typeface="Calibri"/>
            </a:endParaRPr>
          </a:p>
        </p:txBody>
      </p:sp>
      <p:sp>
        <p:nvSpPr>
          <p:cNvPr id="65"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The acquisition of information about Earth </a:t>
            </a:r>
            <a:r>
              <a:rPr b="0" lang="en-US" sz="3200" spc="-1" strike="noStrike">
                <a:solidFill>
                  <a:srgbClr val="000000"/>
                </a:solidFill>
                <a:latin typeface="Calibri"/>
              </a:rPr>
              <a:t>without direct contact, typically via satellites </a:t>
            </a:r>
            <a:r>
              <a:rPr b="0" lang="en-US" sz="3200" spc="-1" strike="noStrike">
                <a:solidFill>
                  <a:srgbClr val="000000"/>
                </a:solidFill>
                <a:latin typeface="Calibri"/>
              </a:rPr>
              <a:t>or drones.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6"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Multispectral Imagery</a:t>
            </a:r>
            <a:endParaRPr b="0" lang="en-US" sz="4400" spc="-1" strike="noStrike">
              <a:solidFill>
                <a:srgbClr val="000000"/>
              </a:solidFill>
              <a:latin typeface="Calibri"/>
            </a:endParaRPr>
          </a:p>
        </p:txBody>
      </p:sp>
      <p:sp>
        <p:nvSpPr>
          <p:cNvPr id="67"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Images captured at a few discrete wavelength bands across the electromagnetic spectrum.</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8"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Hyperspectral Imagery</a:t>
            </a:r>
            <a:endParaRPr b="0" lang="en-US" sz="4400" spc="-1" strike="noStrike">
              <a:solidFill>
                <a:srgbClr val="000000"/>
              </a:solidFill>
              <a:latin typeface="Calibri"/>
            </a:endParaRPr>
          </a:p>
        </p:txBody>
      </p:sp>
      <p:sp>
        <p:nvSpPr>
          <p:cNvPr id="69"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Images captured across hundreds of narrow spectral bands, providing detailed spectral information.</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0"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SAR (Synthetic Aperture Radar)</a:t>
            </a:r>
            <a:endParaRPr b="0" lang="en-US" sz="4400" spc="-1" strike="noStrike">
              <a:solidFill>
                <a:srgbClr val="000000"/>
              </a:solidFill>
              <a:latin typeface="Calibri"/>
            </a:endParaRPr>
          </a:p>
        </p:txBody>
      </p:sp>
      <p:sp>
        <p:nvSpPr>
          <p:cNvPr id="71"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radar-based imaging technique that works in all weather and lighting conditions.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LiDAR</a:t>
            </a:r>
            <a:endParaRPr b="0" lang="en-US" sz="4400" spc="-1" strike="noStrike">
              <a:solidFill>
                <a:srgbClr val="000000"/>
              </a:solidFill>
              <a:latin typeface="Calibri"/>
            </a:endParaRPr>
          </a:p>
        </p:txBody>
      </p:sp>
      <p:sp>
        <p:nvSpPr>
          <p:cNvPr id="73"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 sensing method using laser pulses to measure distances and generate 3D information.</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Image Classification</a:t>
            </a:r>
            <a:endParaRPr b="0" lang="en-US" sz="4400" spc="-1" strike="noStrike">
              <a:solidFill>
                <a:srgbClr val="000000"/>
              </a:solidFill>
              <a:latin typeface="Calibri"/>
            </a:endParaRPr>
          </a:p>
        </p:txBody>
      </p:sp>
      <p:sp>
        <p:nvSpPr>
          <p:cNvPr id="75"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Assigning a label to an entire image based on its content.</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6"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Object Detection</a:t>
            </a:r>
            <a:endParaRPr b="0" lang="en-US" sz="4400" spc="-1" strike="noStrike">
              <a:solidFill>
                <a:srgbClr val="000000"/>
              </a:solidFill>
              <a:latin typeface="Calibri"/>
            </a:endParaRPr>
          </a:p>
        </p:txBody>
      </p:sp>
      <p:sp>
        <p:nvSpPr>
          <p:cNvPr id="77"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Identifying and locating objects within an image using bounding boxes.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8"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Segmentation</a:t>
            </a:r>
            <a:endParaRPr b="0" lang="en-US" sz="4400" spc="-1" strike="noStrike">
              <a:solidFill>
                <a:srgbClr val="000000"/>
              </a:solidFill>
              <a:latin typeface="Calibri"/>
            </a:endParaRPr>
          </a:p>
        </p:txBody>
      </p:sp>
      <p:sp>
        <p:nvSpPr>
          <p:cNvPr id="79"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Partitioning an image into regions or pixels belonging to specific classes.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Change Detection</a:t>
            </a:r>
            <a:endParaRPr b="0" lang="en-US" sz="4400" spc="-1" strike="noStrike">
              <a:solidFill>
                <a:srgbClr val="000000"/>
              </a:solidFill>
              <a:latin typeface="Calibri"/>
            </a:endParaRPr>
          </a:p>
        </p:txBody>
      </p:sp>
      <p:sp>
        <p:nvSpPr>
          <p:cNvPr id="81"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Identifying differences in images of the same area over time.</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Transfer Learning</a:t>
            </a:r>
            <a:endParaRPr b="0" lang="en-US" sz="4400" spc="-1" strike="noStrike">
              <a:solidFill>
                <a:srgbClr val="000000"/>
              </a:solidFill>
              <a:latin typeface="Calibri"/>
            </a:endParaRPr>
          </a:p>
        </p:txBody>
      </p:sp>
      <p:sp>
        <p:nvSpPr>
          <p:cNvPr id="83"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Reusing a pre-trained model on a new, related task.</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Data Augmentation</a:t>
            </a:r>
            <a:endParaRPr b="0" lang="en-US" sz="4400" spc="-1" strike="noStrike">
              <a:solidFill>
                <a:srgbClr val="000000"/>
              </a:solidFill>
              <a:latin typeface="Calibri"/>
            </a:endParaRPr>
          </a:p>
        </p:txBody>
      </p:sp>
      <p:sp>
        <p:nvSpPr>
          <p:cNvPr id="85"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Techniques to increase dataset size by applying transformations to existing data.</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6"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Domain Adaptation</a:t>
            </a:r>
            <a:endParaRPr b="0" lang="en-US" sz="4400" spc="-1" strike="noStrike">
              <a:solidFill>
                <a:srgbClr val="000000"/>
              </a:solidFill>
              <a:latin typeface="Calibri"/>
            </a:endParaRPr>
          </a:p>
        </p:txBody>
      </p:sp>
      <p:sp>
        <p:nvSpPr>
          <p:cNvPr id="87" name="TextShape 2"/>
          <p:cNvSpPr txBox="1"/>
          <p:nvPr/>
        </p:nvSpPr>
        <p:spPr>
          <a:xfrm>
            <a:off x="457200" y="1600200"/>
            <a:ext cx="8229240" cy="4525560"/>
          </a:xfrm>
          <a:prstGeom prst="rect">
            <a:avLst/>
          </a:prstGeom>
          <a:noFill/>
          <a:ln>
            <a:noFill/>
          </a:ln>
        </p:spPr>
        <p:txBody>
          <a:bodyPr>
            <a:noAutofit/>
          </a:bodyPr>
          <a:p>
            <a:pPr marL="343080" indent="-342720">
              <a:lnSpc>
                <a:spcPct val="100000"/>
              </a:lnSpc>
              <a:spcBef>
                <a:spcPts val="641"/>
              </a:spcBef>
              <a:buClr>
                <a:srgbClr val="000000"/>
              </a:buClr>
              <a:buFont typeface="Arial"/>
              <a:buChar char="•"/>
            </a:pPr>
            <a:r>
              <a:rPr b="0" lang="en-US" sz="3200" spc="-1" strike="noStrike">
                <a:solidFill>
                  <a:srgbClr val="000000"/>
                </a:solidFill>
                <a:latin typeface="Calibri"/>
              </a:rPr>
              <a:t>Adapting a model trained in one domain to perform well in another domain.</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8"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89"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If your model has 100 million parameters but your dataset only has 500 images, the model will likely "memorize" the images. Beyond getting more data, name two architectural or training techniques used to prevent this.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0"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91"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If you are building a model to predict an urbanization score (a continuous number), why is Cross-Entropy Loss the wrong choice? What would happen to the model's weights if you used a classification loss for a regression task?</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93"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You have a Densely Connected (Fully Connected) layer with 512 input neurons and 128 output neurons. Including a bias term for each output neuron, exactly how many trainable parameters are in this layer?</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95"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Which architecture typically has more parameters: a shallow but very wide network (2 layers, 4096 neurons each) or a deep but narrow network (10 layers, 512 neurons each)? Which is generally better at learning complex hierarchical features?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6"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97"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Does a Max Pooling layer or an Average Pooling layer add any trainable parameters to a model? If not, why do we use them in architectures like VGG or ResNet?</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8"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99"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In a Convex optimization problem (like Linear Regression), any local minimum is automatically the global minimum. Why does this make convex problems "easier" to solve for researchers? If you start your optimizer at two different random points in a convex landscape, will they end up in the same place?</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0"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101"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Imagine the loss function is a mountain range and the model is a ball rolling down. A local minimum is a small valley, while the global minimum is the lowest point at sea level. If the ball gets stuck in a small valley high up in the mountains, will the training "loss" ever reach zero? How can we tell the difference between being in a local minimum versus a global one?</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2"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103"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Deep Learning models are Non-Convex. This means the loss landscape is full of hills, valleys, and plateaus. If you train the same Vision Transformer twice using the exact same data but different Random Initializations, will you get the exact same final weights? Why or why not?</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4" name="TextShape 1"/>
          <p:cNvSpPr txBox="1"/>
          <p:nvPr/>
        </p:nvSpPr>
        <p:spPr>
          <a:xfrm>
            <a:off x="457200" y="274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Questions</a:t>
            </a:r>
            <a:endParaRPr b="0" lang="en-US" sz="4400" spc="-1" strike="noStrike">
              <a:solidFill>
                <a:srgbClr val="000000"/>
              </a:solidFill>
              <a:latin typeface="Calibri"/>
            </a:endParaRPr>
          </a:p>
        </p:txBody>
      </p:sp>
      <p:sp>
        <p:nvSpPr>
          <p:cNvPr id="105" name="TextShape 2"/>
          <p:cNvSpPr txBox="1"/>
          <p:nvPr/>
        </p:nvSpPr>
        <p:spPr>
          <a:xfrm>
            <a:off x="457200" y="1600200"/>
            <a:ext cx="8229240" cy="4525560"/>
          </a:xfrm>
          <a:prstGeom prst="rect">
            <a:avLst/>
          </a:prstGeom>
          <a:noFill/>
          <a:ln>
            <a:noFill/>
          </a:ln>
        </p:spPr>
        <p:txBody>
          <a:bodyPr>
            <a:no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Calibri"/>
              </a:rPr>
              <a:t>In a simple 2D graph, it's easy to get stuck in a local minimum. However, a typical DL model has millions of dimensions (parameters). Why is it mathematically harder for a point to be a local minimum in 1,000,000 dimensions than in 2 dimensions?</a:t>
            </a:r>
            <a:endParaRPr b="0" lang="en-US"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TextShape 1"/>
          <p:cNvSpPr txBox="1"/>
          <p:nvPr/>
        </p:nvSpPr>
        <p:spPr>
          <a:xfrm>
            <a:off x="457200" y="2758680"/>
            <a:ext cx="8229240" cy="1142640"/>
          </a:xfrm>
          <a:prstGeom prst="rect">
            <a:avLst/>
          </a:prstGeom>
          <a:noFill/>
          <a:ln>
            <a:noFill/>
          </a:ln>
        </p:spPr>
        <p:txBody>
          <a:bodyPr anchor="ctr">
            <a:noAutofit/>
          </a:bodyPr>
          <a:p>
            <a:pPr algn="ctr">
              <a:lnSpc>
                <a:spcPct val="100000"/>
              </a:lnSpc>
            </a:pPr>
            <a:r>
              <a:rPr b="0" lang="en-US" sz="4400" spc="-1" strike="noStrike">
                <a:solidFill>
                  <a:srgbClr val="000000"/>
                </a:solidFill>
                <a:latin typeface="Calibri"/>
              </a:rPr>
              <a:t>Thank You</a:t>
            </a:r>
            <a:endParaRPr b="0" lang="en-US" sz="44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LibreOffice/6.4.7.2$Linux_X86_64 LibreOffice_project/40$Build-2</Application>
  <Words>0</Words>
  <Paragraphs>0</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
  <dc:description>generated using python-pptx</dc:description>
  <dc:language>en-US</dc:language>
  <cp:lastModifiedBy>Guray Erus</cp:lastModifiedBy>
  <dcterms:modified xsi:type="dcterms:W3CDTF">2026-04-08T16:09:28Z</dcterms:modified>
  <cp:revision>3</cp:revision>
  <dc:subject/>
  <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14.0000</vt:lpwstr>
  </property>
  <property fmtid="{D5CDD505-2E9C-101B-9397-08002B2CF9AE}" pid="3" name="HiddenSlides">
    <vt:i4>0</vt:i4>
  </property>
  <property fmtid="{D5CDD505-2E9C-101B-9397-08002B2CF9AE}" pid="4" name="HyperlinksChanged">
    <vt:bool>0</vt:bool>
  </property>
  <property fmtid="{D5CDD505-2E9C-101B-9397-08002B2CF9AE}" pid="5" name="LinksUpToDate">
    <vt:bool>0</vt:bool>
  </property>
  <property fmtid="{D5CDD505-2E9C-101B-9397-08002B2CF9AE}" pid="6" name="MMClips">
    <vt:i4>0</vt:i4>
  </property>
  <property fmtid="{D5CDD505-2E9C-101B-9397-08002B2CF9AE}" pid="7" name="Notes">
    <vt:i4>0</vt:i4>
  </property>
  <property fmtid="{D5CDD505-2E9C-101B-9397-08002B2CF9AE}" pid="8" name="PresentationFormat">
    <vt:lpwstr>On-screen Show (4:3)</vt:lpwstr>
  </property>
  <property fmtid="{D5CDD505-2E9C-101B-9397-08002B2CF9AE}" pid="9" name="ScaleCrop">
    <vt:bool>0</vt:bool>
  </property>
  <property fmtid="{D5CDD505-2E9C-101B-9397-08002B2CF9AE}" pid="10" name="ShareDoc">
    <vt:bool>0</vt:bool>
  </property>
  <property fmtid="{D5CDD505-2E9C-101B-9397-08002B2CF9AE}" pid="11" name="Slides">
    <vt:i4>0</vt:i4>
  </property>
</Properties>
</file>